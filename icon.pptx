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69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928DF-8521-E814-CD2F-99294FB86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E56467-5B9F-0E70-18C9-04A6228C0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697A6-6D77-6418-7FF1-D62F8099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A1E24-BBED-BE78-7673-FDF90A5B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89F1F1-8C4A-8E19-E459-4A4B2B98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7D72B-A128-EEE0-02E9-A3A23CAF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301B2-3419-B4BB-4D34-171954249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833A9-8025-295D-BC57-83D73D62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356A1-274F-A364-4BDB-BC1EB3CE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90BD68-FB15-81E9-E37C-18E503A5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57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08C82-7DFB-9774-CF3E-A057679D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15E21E-1251-BD8B-A1E6-15912B75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B221CC-092B-F616-165E-D945CA31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91C15-9E49-A3CF-C458-3A40CB4E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4E4C1-CDBB-04E5-B274-829D8DA5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36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3F424-F2F2-E009-C8B2-A5AC68D8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B1962-8EBE-DC70-8E53-49E770130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04316B-B609-C60F-7699-2B8FF4DE2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65F98D-132F-DFAD-0AF2-5D512537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87A974-EAE3-2901-7835-521533D0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DB1578-BB91-82C7-0AF7-A4B6A3044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2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D7B33-5716-7D03-10F7-11DE2CA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6A48D9-A0E6-9EBF-49BA-A523C4635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24F671-FE48-C3C8-A7A6-0967BD6DD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4BE331-CCA0-3F0B-9444-62CE82BD2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DAEF6B8-615C-EB14-CDBF-77CDB5195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3AA70D-3522-9BBB-2394-3E958402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D66B50-FADF-C934-F587-7E7231D15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B845A2-39CA-CC80-896F-D18B17DB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03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478C7-7CA0-03DB-EB5E-555A6D33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DD196A-078A-F656-30D6-7D8F5FEF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B390E2-9972-36A8-9A8A-F0E77D89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68AC5A-A9A7-FD91-090D-AE07A03E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1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47A27E-9F01-8A84-5A09-7949EF29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644FC2-BDC3-2346-3DE6-6BBD2796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22A566-C80A-E0C2-81EC-263D07C4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25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7D2A7-2B28-034C-6A4D-A664512D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9C753-6FEC-B950-DEF9-81088869B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41D395-57B0-030B-23BF-BAA24B566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4A38BE-166C-C308-98D1-3E397CCC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32A7B9-3F2D-B8D1-6C74-F124985B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4B0AC1-2587-976E-0D55-8861B106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18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F7360-8FE6-9219-4CE6-491A6ABF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08D6A8-AFBD-9B87-7CCD-5F60655CA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AE031A-300F-5A15-01D5-63CF3A011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7E3589-9631-F768-6FF4-B65FCCE2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0810D5-E522-24E2-76E9-A2797C68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AE8842-F043-B6D6-2D19-A25FF4F7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53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5434C-67D2-ABB8-C8E8-79F7487E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39709A-DE99-29C6-12D0-7660D53A2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21B8C-1B7E-26FD-03CB-871124FE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E6B61-C0B9-FE19-B8E6-047C8A34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C7F92-C96E-335B-DB3B-6F9FB0EA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5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3948C6-A198-589B-3A19-3117D3166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115220-617F-1263-F98C-E731794FE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D521A8-1288-83B0-3F82-1B0FBF2F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ABBF8B-5010-4B0A-18FD-DC5389A2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053A44-C00D-63CC-29D9-79926D1D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4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66A442-5396-6E81-8362-27859DC0C7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610047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443" imgH="443" progId="TCLayout.ActiveDocument.1">
                  <p:embed/>
                </p:oleObj>
              </mc:Choice>
              <mc:Fallback>
                <p:oleObj name="think-cell 幻灯片" r:id="rId14" imgW="443" imgH="44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B6E543-69E7-D2F5-12EB-A7F77266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8E412A-04CD-B323-B257-2F6DE75EB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38166-B68A-AEF5-BD92-B1DED3937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A1210-7C85-434D-B4BE-A58464D24AFE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CAAC2-F5FA-F051-73B3-EC97520E6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968131-34E1-C0A6-F412-15454B3D8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CA2A6-8E95-42D3-A734-2192C1AAA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44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B43DB3B-18D2-4CF1-2FAF-20704F9000D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381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43" imgH="443" progId="TCLayout.ActiveDocument.1">
                  <p:embed/>
                </p:oleObj>
              </mc:Choice>
              <mc:Fallback>
                <p:oleObj name="think-cell 幻灯片" r:id="rId3" imgW="443" imgH="44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>
            <a:extLst>
              <a:ext uri="{FF2B5EF4-FFF2-40B4-BE49-F238E27FC236}">
                <a16:creationId xmlns:a16="http://schemas.microsoft.com/office/drawing/2014/main" id="{65BF6C00-5B2C-366C-A3DA-3D584ACF0578}"/>
              </a:ext>
            </a:extLst>
          </p:cNvPr>
          <p:cNvSpPr/>
          <p:nvPr/>
        </p:nvSpPr>
        <p:spPr>
          <a:xfrm>
            <a:off x="2193532" y="2169000"/>
            <a:ext cx="2520000" cy="2520000"/>
          </a:xfrm>
          <a:prstGeom prst="ellipse">
            <a:avLst/>
          </a:prstGeom>
          <a:solidFill>
            <a:srgbClr val="017B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C46BA59-CF94-7AAF-B7BF-50AB7A540B3A}"/>
              </a:ext>
            </a:extLst>
          </p:cNvPr>
          <p:cNvSpPr/>
          <p:nvPr/>
        </p:nvSpPr>
        <p:spPr>
          <a:xfrm>
            <a:off x="6689072" y="729000"/>
            <a:ext cx="1440000" cy="1440000"/>
          </a:xfrm>
          <a:prstGeom prst="ellipse">
            <a:avLst/>
          </a:prstGeom>
          <a:noFill/>
          <a:ln w="114300">
            <a:solidFill>
              <a:srgbClr val="017B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76D8BB3-AF8F-F894-2C9E-8A82E0CEC029}"/>
              </a:ext>
            </a:extLst>
          </p:cNvPr>
          <p:cNvSpPr/>
          <p:nvPr/>
        </p:nvSpPr>
        <p:spPr>
          <a:xfrm>
            <a:off x="6689072" y="2709000"/>
            <a:ext cx="1440000" cy="1440000"/>
          </a:xfrm>
          <a:prstGeom prst="ellipse">
            <a:avLst/>
          </a:prstGeom>
          <a:noFill/>
          <a:ln w="114300">
            <a:solidFill>
              <a:srgbClr val="017B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0ACFD2D-7FF1-2BF7-5E3E-1DB88E18B768}"/>
              </a:ext>
            </a:extLst>
          </p:cNvPr>
          <p:cNvSpPr/>
          <p:nvPr/>
        </p:nvSpPr>
        <p:spPr>
          <a:xfrm>
            <a:off x="6689072" y="4689000"/>
            <a:ext cx="1440000" cy="1440000"/>
          </a:xfrm>
          <a:prstGeom prst="ellipse">
            <a:avLst/>
          </a:prstGeom>
          <a:noFill/>
          <a:ln w="114300">
            <a:solidFill>
              <a:srgbClr val="017B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5C4418D-C0ED-1C3E-832D-9C0B54E71BA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976099" y="1449000"/>
            <a:ext cx="2712973" cy="1260000"/>
          </a:xfrm>
          <a:prstGeom prst="line">
            <a:avLst/>
          </a:prstGeom>
          <a:ln w="114300">
            <a:solidFill>
              <a:srgbClr val="017B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1F4F1F2-0638-6727-45C7-C4E47B091F9A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196993" y="3429000"/>
            <a:ext cx="2492079" cy="0"/>
          </a:xfrm>
          <a:prstGeom prst="line">
            <a:avLst/>
          </a:prstGeom>
          <a:ln w="114300">
            <a:solidFill>
              <a:srgbClr val="017B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4B9C070-4096-819D-DB6C-056C2CC8085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863083" y="4083978"/>
            <a:ext cx="2825989" cy="1325022"/>
          </a:xfrm>
          <a:prstGeom prst="line">
            <a:avLst/>
          </a:prstGeom>
          <a:ln w="114300">
            <a:solidFill>
              <a:srgbClr val="017B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0354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think-cell 幻灯片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陌 紫</dc:creator>
  <cp:lastModifiedBy>陌 紫</cp:lastModifiedBy>
  <cp:revision>1</cp:revision>
  <dcterms:created xsi:type="dcterms:W3CDTF">2026-08-03T07:27:34Z</dcterms:created>
  <dcterms:modified xsi:type="dcterms:W3CDTF">2026-08-03T07:31:12Z</dcterms:modified>
</cp:coreProperties>
</file>